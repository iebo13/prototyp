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[PLACEHOLDER]. Body copy is Montserrat, headings Cinzel.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_TITLE">
    <p:bg>
      <p:bgPr>
        <a:solidFill>
          <a:srgbClr val="06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325880"/>
            <a:ext cx="4206240" cy="29207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4882896"/>
            <a:ext cx="2011680" cy="0"/>
          </a:xfrm>
          <a:prstGeom prst="line">
            <a:avLst/>
          </a:prstGeom>
          <a:noFill/>
          <a:ln w="12700">
            <a:solidFill>
              <a:srgbClr val="D1A97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0" y="5047488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D1A9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MEHR ALS NUR EIN ZUHAUSE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rgbClr val="EBE1CC"/>
                </a:solidFill>
                <a:latin typeface="Cinzel" pitchFamily="34" charset="0"/>
                <a:ea typeface="Cinzel" pitchFamily="34" charset="-122"/>
                <a:cs typeface="Cinze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dirty="0">
                <a:solidFill>
                  <a:srgbClr val="EBE1CC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[TITEL DER PRÄSENTATION]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_CONTENT">
    <p:bg>
      <p:bgPr>
        <a:solidFill>
          <a:srgbClr val="EBE1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4048"/>
            <a:ext cx="1965960" cy="6451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133856"/>
            <a:ext cx="11027664" cy="0"/>
          </a:xfrm>
          <a:prstGeom prst="line">
            <a:avLst/>
          </a:prstGeom>
          <a:noFill/>
          <a:ln w="9525">
            <a:solidFill>
              <a:srgbClr val="D1A976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66928" y="1353312"/>
            <a:ext cx="1102766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062014"/>
                </a:solidFill>
                <a:latin typeface="Cinzel" pitchFamily="34" charset="0"/>
                <a:ea typeface="Cinzel" pitchFamily="34" charset="-122"/>
                <a:cs typeface="Cinzel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06201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[ABSCHNITTSÜBERSCHRIFT]</a:t>
            </a: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66928" y="2212848"/>
            <a:ext cx="11027664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0620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0620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[INHALT]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071616"/>
            <a:ext cx="384048" cy="330807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66928" y="6199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Auguste Viktoria Immobilien</a:t>
            </a:r>
            <a:endParaRPr lang="en-US" sz="900" dirty="0"/>
          </a:p>
        </p:txBody>
      </p:sp>
      <p:sp>
        <p:nvSpPr>
          <p:cNvPr id="8" name="Text 2"/>
          <p:cNvSpPr/>
          <p:nvPr>
            <p:ph idx="106" hasCustomPrompt="1"/>
          </p:nvPr>
        </p:nvSpPr>
        <p:spPr>
          <a:xfrm>
            <a:off x="10424160" y="6199632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6B7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53312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201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[ABSCHNITTSÜBERSCHRIFT]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12848"/>
            <a:ext cx="110276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620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[Erster Punkt]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620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[Zweiter Punkt]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620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[Dritter Punkt]</a:t>
            </a:r>
            <a:endParaRPr lang="en-US" sz="15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66928" y="1353312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3" type="body" hasCustomPrompt="1"/>
          </p:nvPr>
        </p:nvSpPr>
        <p:spPr>
          <a:xfrm>
            <a:off x="566928" y="2212848"/>
            <a:ext cx="11027664" cy="3749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2"/>
          <p:cNvSpPr/>
          <p:nvPr>
            <p:ph idx="106" hasCustomPrompt="1"/>
          </p:nvPr>
        </p:nvSpPr>
        <p:spPr>
          <a:xfrm>
            <a:off x="10424160" y="6199632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Auguste Viktoria Immobilien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Auguste Viktoria Immobilien — Präsentationsvorlage</dc:title>
  <dc:subject>PptxGenJS Presentation</dc:subject>
  <dc:creator>Auguste Viktoria Immobilien</dc:creator>
  <cp:lastModifiedBy>Auguste Viktoria Immobilien</cp:lastModifiedBy>
  <cp:revision>1</cp:revision>
  <dcterms:created xsi:type="dcterms:W3CDTF">2026-09-16T15:39:45Z</dcterms:created>
  <dcterms:modified xsi:type="dcterms:W3CDTF">2026-09-16T15:39:45Z</dcterms:modified>
</cp:coreProperties>
</file>